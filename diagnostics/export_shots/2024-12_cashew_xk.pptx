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Trị giá</c:v>
                </c:pt>
              </c:strCache>
            </c:strRef>
          </c:tx>
          <c:spPr>
            <a:solidFill>
              <a:srgbClr val="C9A227"/>
            </a:solidFill>
            <a:ln w="25400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2024-01</c:v>
                  </c:pt>
                  <c:pt idx="1">
                    <c:v>2024-02</c:v>
                  </c:pt>
                  <c:pt idx="2">
                    <c:v>2024-03</c:v>
                  </c:pt>
                  <c:pt idx="3">
                    <c:v>2024-04</c:v>
                  </c:pt>
                  <c:pt idx="4">
                    <c:v>2024-05</c:v>
                  </c:pt>
                  <c:pt idx="5">
                    <c:v>2024-06</c:v>
                  </c:pt>
                  <c:pt idx="6">
                    <c:v>2024-07</c:v>
                  </c:pt>
                  <c:pt idx="7">
                    <c:v>2024-08</c:v>
                  </c:pt>
                  <c:pt idx="8">
                    <c:v>2024-09</c:v>
                  </c:pt>
                  <c:pt idx="9">
                    <c:v>2024-10</c:v>
                  </c:pt>
                  <c:pt idx="10">
                    <c:v>2024-11</c:v>
                  </c:pt>
                  <c:pt idx="11">
                    <c:v>2024-12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75231902</c:v>
                </c:pt>
                <c:pt idx="1">
                  <c:v>34430844</c:v>
                </c:pt>
                <c:pt idx="2">
                  <c:v>315453110</c:v>
                </c:pt>
                <c:pt idx="3">
                  <c:v>80993064</c:v>
                </c:pt>
                <c:pt idx="4">
                  <c:v>74856277</c:v>
                </c:pt>
                <c:pt idx="5">
                  <c:v>94209465</c:v>
                </c:pt>
                <c:pt idx="6">
                  <c:v>345331474</c:v>
                </c:pt>
                <c:pt idx="7">
                  <c:v>106010555</c:v>
                </c:pt>
                <c:pt idx="8">
                  <c:v>81437241</c:v>
                </c:pt>
                <c:pt idx="9">
                  <c:v>100183424</c:v>
                </c:pt>
                <c:pt idx="10">
                  <c:v>83525471</c:v>
                </c:pt>
                <c:pt idx="11">
                  <c:v>184696457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B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B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ON FOOD · TRADE EXPLORER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1521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khẩu Hạt điều Việt Nam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2743200"/>
            <a:ext cx="292608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71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Kỳ: 2024-12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tạo: 14:56:28 26/10/2026   ·   Nguồn: Tổng cục Hải quan Việt Nam (TCHQ) · customs.gov.vn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61772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3A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Năm: 2024  ·  Khu vực: Châu Âu  ·  Chi tiết: Tháng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· Xuất khẩu · Kỳ 2024-12  (vs 2024-11)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651760" cy="2286000"/>
          </a:xfrm>
          <a:prstGeom prst="rect">
            <a:avLst/>
          </a:prstGeom>
          <a:solidFill>
            <a:srgbClr val="F7EFD8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258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104.520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Lượng tháng (Tấn)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97280" y="2816352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3E7C4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8163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+678.3%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64408" y="1051560"/>
            <a:ext cx="2651760" cy="2286000"/>
          </a:xfrm>
          <a:prstGeom prst="rect">
            <a:avLst/>
          </a:prstGeom>
          <a:solidFill>
            <a:srgbClr val="F7EFD8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13258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$184.70M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64408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Trị giá tháng (USD)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95928" y="2816352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3E7C4F"/>
          </a:solidFill>
          <a:ln/>
        </p:spPr>
      </p:sp>
      <p:sp>
        <p:nvSpPr>
          <p:cNvPr id="12" name="Text 10"/>
          <p:cNvSpPr/>
          <p:nvPr/>
        </p:nvSpPr>
        <p:spPr>
          <a:xfrm>
            <a:off x="3995928" y="28163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+121.1%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3056" y="1051560"/>
            <a:ext cx="2651760" cy="2286000"/>
          </a:xfrm>
          <a:prstGeom prst="rect">
            <a:avLst/>
          </a:prstGeom>
          <a:solidFill>
            <a:srgbClr val="F7EFD8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63056" y="13258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2.500.283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63056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Lượng (Tấn)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61704" y="1051560"/>
            <a:ext cx="2651760" cy="2286000"/>
          </a:xfrm>
          <a:prstGeom prst="rect">
            <a:avLst/>
          </a:prstGeom>
          <a:solidFill>
            <a:srgbClr val="F7EFD8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61704" y="13258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$3.23B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61704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Trị giá (USD)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3794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Cán cân thương mại (XK − NK): $0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Tổng cục Hải quan Việt Nam (TCHQ) · customs.gov.vn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hướng trị giá · Tháng</a:t>
            </a:r>
            <a:endParaRPr lang="en-US" sz="1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1124712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Tổng cục Hải quan Việt Nam (TCHQ) · customs.gov.vn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dữ liệu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DAN ON FOOD · Trade Explorer</dc:creator>
  <cp:lastModifiedBy>DAN ON FOOD · Trade Explorer</cp:lastModifiedBy>
  <cp:revision>1</cp:revision>
  <dcterms:created xsi:type="dcterms:W3CDTF">2026-10-26T07:56:28Z</dcterms:created>
  <dcterms:modified xsi:type="dcterms:W3CDTF">2026-10-26T07:56:28Z</dcterms:modified>
</cp:coreProperties>
</file>