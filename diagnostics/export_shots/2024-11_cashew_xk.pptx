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6D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HÀ LAN</c:v>
                  </c:pt>
                  <c:pt idx="1">
                    <c:v>ĐỨC</c:v>
                  </c:pt>
                  <c:pt idx="2">
                    <c:v>TÂY BAN NHA</c:v>
                  </c:pt>
                  <c:pt idx="3">
                    <c:v>ANH</c:v>
                  </c:pt>
                  <c:pt idx="4">
                    <c:v>NGA</c:v>
                  </c:pt>
                  <c:pt idx="5">
                    <c:v>ITALIA</c:v>
                  </c:pt>
                  <c:pt idx="6">
                    <c:v>PHÁP</c:v>
                  </c:pt>
                  <c:pt idx="7">
                    <c:v>LÍTVA</c:v>
                  </c:pt>
                  <c:pt idx="8">
                    <c:v>HY LẠP</c:v>
                  </c:pt>
                  <c:pt idx="9">
                    <c:v>BỈ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34152096</c:v>
                </c:pt>
                <c:pt idx="1">
                  <c:v>14121051</c:v>
                </c:pt>
                <c:pt idx="2">
                  <c:v>6954893</c:v>
                </c:pt>
                <c:pt idx="3">
                  <c:v>5379188</c:v>
                </c:pt>
                <c:pt idx="4">
                  <c:v>5280768</c:v>
                </c:pt>
                <c:pt idx="5">
                  <c:v>4581622</c:v>
                </c:pt>
                <c:pt idx="6">
                  <c:v>4366322</c:v>
                </c:pt>
                <c:pt idx="7">
                  <c:v>3892429</c:v>
                </c:pt>
                <c:pt idx="8">
                  <c:v>2180697</c:v>
                </c:pt>
                <c:pt idx="9">
                  <c:v>1623398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A6D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Thị phần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Châu Âu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83525471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211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2024-08</c:v>
                  </c:pt>
                  <c:pt idx="7">
                    <c:v>2024-09</c:v>
                  </c:pt>
                  <c:pt idx="8">
                    <c:v>2024-10</c:v>
                  </c:pt>
                  <c:pt idx="9">
                    <c:v>2024-11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75231902</c:v>
                </c:pt>
                <c:pt idx="1">
                  <c:v>34430844</c:v>
                </c:pt>
                <c:pt idx="2">
                  <c:v>315453110</c:v>
                </c:pt>
                <c:pt idx="3">
                  <c:v>80993064</c:v>
                </c:pt>
                <c:pt idx="4">
                  <c:v>74856277</c:v>
                </c:pt>
                <c:pt idx="5">
                  <c:v>94209465</c:v>
                </c:pt>
                <c:pt idx="6">
                  <c:v>106010555</c:v>
                </c:pt>
                <c:pt idx="7">
                  <c:v>81437241</c:v>
                </c:pt>
                <c:pt idx="8">
                  <c:v>100183424</c:v>
                </c:pt>
                <c:pt idx="9">
                  <c:v>83525471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ON FOOD · TRADE EXPLORER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Hạt điều Việt Nam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9260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Kỳ: 2024-11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tạo: 13:38:19 26/10/2026   ·   Nguồn: Tổng cục Hải quan Việt Nam (TCHQ) · customs.gov.vn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3A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Năm: 2024  ·  Khu vực: Châu Âu  ·  Chi tiết: Tháng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Xuất khẩu · Kỳ 2024-11  (vs 2024-10)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13.430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tháng (Tấn)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-17.9%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$83.53M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Trị giá tháng (USD)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95928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928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-16.6%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162.059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6305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Lượng (Tấn)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$928.26M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1704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Trị giá (USD)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thị trường · Kỳ 2024-11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phần theo khu vực · Kỳ 2024-11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011680" y="914400"/>
          <a:ext cx="82296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trị giá · Tháng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theo quốc gia · Hạt điều · 2024-11 (1–13/13)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658983"/>
                <a:gridCol w="1658983"/>
                <a:gridCol w="1658983"/>
                <a:gridCol w="1658983"/>
                <a:gridCol w="1658983"/>
                <a:gridCol w="1658983"/>
                <a:gridCol w="1658983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gia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Mặt hàng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 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$34.15M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$374.28M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ĐỨC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$14.12M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$137.14M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TÂY BAN NHA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$71.07M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$92.70M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$56.11M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$34.59M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$55.76M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LÍTVA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$51.84M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 LẠP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$27.22M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$457.1K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BÊLARUT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$402.3K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UCRAINA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 ON FOOD · Trade Explorer</dc:creator>
  <cp:lastModifiedBy>DAN ON FOOD · Trade Explorer</cp:lastModifiedBy>
  <cp:revision>1</cp:revision>
  <dcterms:created xsi:type="dcterms:W3CDTF">2026-10-26T06:38:19Z</dcterms:created>
  <dcterms:modified xsi:type="dcterms:W3CDTF">2026-10-26T06:38:19Z</dcterms:modified>
</cp:coreProperties>
</file>