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6D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TRUNG QUỐC</c:v>
                  </c:pt>
                  <c:pt idx="1">
                    <c:v>HOA KỲ</c:v>
                  </c:pt>
                  <c:pt idx="2">
                    <c:v>Other</c:v>
                  </c:pt>
                  <c:pt idx="3">
                    <c:v>HÀ LAN</c:v>
                  </c:pt>
                  <c:pt idx="4">
                    <c:v>TIỂU VƯƠNG QUỐC</c:v>
                  </c:pt>
                  <c:pt idx="5">
                    <c:v>ĐỨC</c:v>
                  </c:pt>
                  <c:pt idx="6">
                    <c:v>ÔXTRÂYLIA</c:v>
                  </c:pt>
                  <c:pt idx="7">
                    <c:v>CANAĐA</c:v>
                  </c:pt>
                  <c:pt idx="8">
                    <c:v>PAKIXTAN</c:v>
                  </c:pt>
                  <c:pt idx="9">
                    <c:v>ARẬP XÊÚT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124775102</c:v>
                </c:pt>
                <c:pt idx="1">
                  <c:v>77940473</c:v>
                </c:pt>
                <c:pt idx="2">
                  <c:v>74578864</c:v>
                </c:pt>
                <c:pt idx="3">
                  <c:v>27708162</c:v>
                </c:pt>
                <c:pt idx="4">
                  <c:v>20479874</c:v>
                </c:pt>
                <c:pt idx="5">
                  <c:v>18046312</c:v>
                </c:pt>
                <c:pt idx="6">
                  <c:v>12689241</c:v>
                </c:pt>
                <c:pt idx="7">
                  <c:v>11651058</c:v>
                </c:pt>
                <c:pt idx="8">
                  <c:v>10181651</c:v>
                </c:pt>
                <c:pt idx="9">
                  <c:v>10080957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8A6D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Thị phần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bubble3D val="0"/>
            <c:spPr>
              <a:solidFill>
                <a:srgbClr val="3E7C4F"/>
              </a:solidFill>
              <a:effectLst/>
            </c:spPr>
          </c:dPt>
          <c:dPt>
            <c:idx val="2"/>
            <c:bubble3D val="0"/>
            <c:spPr>
              <a:solidFill>
                <a:srgbClr val="8A6D1C"/>
              </a:solidFill>
              <a:effectLst/>
            </c:spPr>
          </c:dPt>
          <c:dPt>
            <c:idx val="3"/>
            <c:bubble3D val="0"/>
            <c:spPr>
              <a:solidFill>
                <a:srgbClr val="B3A782"/>
              </a:solidFill>
              <a:effectLst/>
            </c:spPr>
          </c:dPt>
          <c:dPt>
            <c:idx val="4"/>
            <c:bubble3D val="0"/>
            <c:spPr>
              <a:solidFill>
                <a:srgbClr val="2B2113"/>
              </a:solidFill>
              <a:effectLst/>
            </c:spPr>
          </c:dPt>
          <c:dPt>
            <c:idx val="5"/>
            <c:bubble3D val="0"/>
            <c:spPr>
              <a:solidFill>
                <a:srgbClr val="D4C89A"/>
              </a:solidFill>
              <a:effectLst/>
            </c:spPr>
          </c:dPt>
          <c:dPt>
            <c:idx val="6"/>
            <c:bubble3D val="0"/>
            <c:spPr>
              <a:solidFill>
                <a:srgbClr val="6B756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Châu Á</c:v>
                </c:pt>
                <c:pt idx="1">
                  <c:v>Châu Âu</c:v>
                </c:pt>
                <c:pt idx="2">
                  <c:v>Châu Mỹ</c:v>
                </c:pt>
                <c:pt idx="3">
                  <c:v>Khác</c:v>
                </c:pt>
                <c:pt idx="4">
                  <c:v>Trung Đông</c:v>
                </c:pt>
                <c:pt idx="5">
                  <c:v>Đại Dương</c:v>
                </c:pt>
                <c:pt idx="6">
                  <c:v>Châu Phi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159018474</c:v>
                </c:pt>
                <c:pt idx="1">
                  <c:v>92803476</c:v>
                </c:pt>
                <c:pt idx="2">
                  <c:v>89591531</c:v>
                </c:pt>
                <c:pt idx="3">
                  <c:v>74578864</c:v>
                </c:pt>
                <c:pt idx="4">
                  <c:v>35373796</c:v>
                </c:pt>
                <c:pt idx="5">
                  <c:v>15176660</c:v>
                </c:pt>
                <c:pt idx="6">
                  <c:v>3390661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B211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2018-12</c:v>
                  </c:pt>
                  <c:pt idx="1">
                    <c:v>2019-12</c:v>
                  </c:pt>
                  <c:pt idx="2">
                    <c:v>2020-01</c:v>
                  </c:pt>
                  <c:pt idx="3">
                    <c:v>2020-02</c:v>
                  </c:pt>
                  <c:pt idx="4">
                    <c:v>2020-03</c:v>
                  </c:pt>
                  <c:pt idx="5">
                    <c:v>2020-04</c:v>
                  </c:pt>
                  <c:pt idx="6">
                    <c:v>2020-05</c:v>
                  </c:pt>
                  <c:pt idx="7">
                    <c:v>2020-06</c:v>
                  </c:pt>
                  <c:pt idx="8">
                    <c:v>2020-07</c:v>
                  </c:pt>
                  <c:pt idx="9">
                    <c:v>2020-08</c:v>
                  </c:pt>
                  <c:pt idx="10">
                    <c:v>2020-09</c:v>
                  </c:pt>
                  <c:pt idx="11">
                    <c:v>2020-10</c:v>
                  </c:pt>
                  <c:pt idx="12">
                    <c:v>2020-11</c:v>
                  </c:pt>
                  <c:pt idx="13">
                    <c:v>2020-12</c:v>
                  </c:pt>
                  <c:pt idx="14">
                    <c:v>2021-01</c:v>
                  </c:pt>
                  <c:pt idx="15">
                    <c:v>2021-02</c:v>
                  </c:pt>
                  <c:pt idx="16">
                    <c:v>2021-03</c:v>
                  </c:pt>
                  <c:pt idx="17">
                    <c:v>2021-04</c:v>
                  </c:pt>
                  <c:pt idx="18">
                    <c:v>2021-05</c:v>
                  </c:pt>
                  <c:pt idx="19">
                    <c:v>2021-06</c:v>
                  </c:pt>
                  <c:pt idx="20">
                    <c:v>2021-07</c:v>
                  </c:pt>
                  <c:pt idx="21">
                    <c:v>2021-08</c:v>
                  </c:pt>
                  <c:pt idx="22">
                    <c:v>2021-09</c:v>
                  </c:pt>
                  <c:pt idx="23">
                    <c:v>2021-10</c:v>
                  </c:pt>
                  <c:pt idx="24">
                    <c:v>2021-11</c:v>
                  </c:pt>
                  <c:pt idx="25">
                    <c:v>2021-12</c:v>
                  </c:pt>
                  <c:pt idx="26">
                    <c:v>2022-01</c:v>
                  </c:pt>
                  <c:pt idx="27">
                    <c:v>2022-02</c:v>
                  </c:pt>
                  <c:pt idx="28">
                    <c:v>2022-03</c:v>
                  </c:pt>
                  <c:pt idx="29">
                    <c:v>2022-04</c:v>
                  </c:pt>
                  <c:pt idx="30">
                    <c:v>2022-05</c:v>
                  </c:pt>
                  <c:pt idx="31">
                    <c:v>2022-06</c:v>
                  </c:pt>
                  <c:pt idx="32">
                    <c:v>2022-07</c:v>
                  </c:pt>
                  <c:pt idx="33">
                    <c:v>2022-08</c:v>
                  </c:pt>
                  <c:pt idx="34">
                    <c:v>2022-09</c:v>
                  </c:pt>
                  <c:pt idx="35">
                    <c:v>2022-10</c:v>
                  </c:pt>
                  <c:pt idx="36">
                    <c:v>2022-11</c:v>
                  </c:pt>
                  <c:pt idx="37">
                    <c:v>2022-12</c:v>
                  </c:pt>
                  <c:pt idx="38">
                    <c:v>2023-01</c:v>
                  </c:pt>
                  <c:pt idx="39">
                    <c:v>2023-02</c:v>
                  </c:pt>
                  <c:pt idx="40">
                    <c:v>2023-03</c:v>
                  </c:pt>
                  <c:pt idx="41">
                    <c:v>2023-04</c:v>
                  </c:pt>
                  <c:pt idx="42">
                    <c:v>2023-05</c:v>
                  </c:pt>
                  <c:pt idx="43">
                    <c:v>2023-06</c:v>
                  </c:pt>
                  <c:pt idx="44">
                    <c:v>2023-07</c:v>
                  </c:pt>
                  <c:pt idx="45">
                    <c:v>2023-08</c:v>
                  </c:pt>
                  <c:pt idx="46">
                    <c:v>2023-09</c:v>
                  </c:pt>
                  <c:pt idx="47">
                    <c:v>2023-10</c:v>
                  </c:pt>
                  <c:pt idx="48">
                    <c:v>2023-11</c:v>
                  </c:pt>
                  <c:pt idx="49">
                    <c:v>2023-12</c:v>
                  </c:pt>
                  <c:pt idx="50">
                    <c:v>2024-01</c:v>
                  </c:pt>
                  <c:pt idx="51">
                    <c:v>2024-02</c:v>
                  </c:pt>
                  <c:pt idx="52">
                    <c:v>2024-03</c:v>
                  </c:pt>
                  <c:pt idx="53">
                    <c:v>2024-04</c:v>
                  </c:pt>
                  <c:pt idx="54">
                    <c:v>2024-05</c:v>
                  </c:pt>
                  <c:pt idx="55">
                    <c:v>2024-06</c:v>
                  </c:pt>
                  <c:pt idx="56">
                    <c:v>2024-07</c:v>
                  </c:pt>
                  <c:pt idx="57">
                    <c:v>2024-08</c:v>
                  </c:pt>
                  <c:pt idx="58">
                    <c:v>2024-09</c:v>
                  </c:pt>
                  <c:pt idx="59">
                    <c:v>2024-10</c:v>
                  </c:pt>
                  <c:pt idx="60">
                    <c:v>2024-11</c:v>
                  </c:pt>
                  <c:pt idx="61">
                    <c:v>2024-12</c:v>
                  </c:pt>
                  <c:pt idx="62">
                    <c:v>2025-01</c:v>
                  </c:pt>
                  <c:pt idx="63">
                    <c:v>2025-02</c:v>
                  </c:pt>
                  <c:pt idx="64">
                    <c:v>2025-03</c:v>
                  </c:pt>
                  <c:pt idx="65">
                    <c:v>2025-04</c:v>
                  </c:pt>
                  <c:pt idx="66">
                    <c:v>2025-05</c:v>
                  </c:pt>
                  <c:pt idx="67">
                    <c:v>2025-06</c:v>
                  </c:pt>
                  <c:pt idx="68">
                    <c:v>2025-07</c:v>
                  </c:pt>
                  <c:pt idx="69">
                    <c:v>2025-08</c:v>
                  </c:pt>
                  <c:pt idx="70">
                    <c:v>2025-09</c:v>
                  </c:pt>
                  <c:pt idx="71">
                    <c:v>2025-10</c:v>
                  </c:pt>
                  <c:pt idx="72">
                    <c:v>2025-11</c:v>
                  </c:pt>
                  <c:pt idx="73">
                    <c:v>2025-12</c:v>
                  </c:pt>
                  <c:pt idx="74">
                    <c:v>2026-01</c:v>
                  </c:pt>
                  <c:pt idx="75">
                    <c:v>2026-02</c:v>
                  </c:pt>
                  <c:pt idx="76">
                    <c:v>2026-03</c:v>
                  </c:pt>
                  <c:pt idx="77">
                    <c:v>2026-04</c:v>
                  </c:pt>
                  <c:pt idx="78">
                    <c:v>2026-05</c:v>
                  </c:pt>
                  <c:pt idx="79">
                    <c:v>2026-06</c:v>
                  </c:pt>
                  <c:pt idx="80">
                    <c:v>2026-07</c:v>
                  </c:pt>
                  <c:pt idx="81">
                    <c:v>2026-08</c:v>
                  </c:pt>
                  <c:pt idx="82">
                    <c:v>2026-09</c:v>
                  </c:pt>
                </c:lvl>
              </c:multiLvlStrCache>
            </c:multiLvlStrRef>
          </c:cat>
          <c:val>
            <c:numRef>
              <c:f>Sheet1!$B$2:$B$84</c:f>
              <c:numCache>
                <c:formatCode>General</c:formatCode>
                <c:ptCount val="83"/>
                <c:pt idx="0">
                  <c:v/>
                </c:pt>
                <c:pt idx="1">
                  <c:v/>
                </c:pt>
                <c:pt idx="2">
                  <c:v>176602478</c:v>
                </c:pt>
                <c:pt idx="3">
                  <c:v>186839992</c:v>
                </c:pt>
                <c:pt idx="4">
                  <c:v>309741305</c:v>
                </c:pt>
                <c:pt idx="5">
                  <c:v>292088973</c:v>
                </c:pt>
                <c:pt idx="6">
                  <c:v/>
                </c:pt>
                <c:pt idx="7">
                  <c:v>258066664</c:v>
                </c:pt>
                <c:pt idx="8">
                  <c:v>242749854</c:v>
                </c:pt>
                <c:pt idx="9">
                  <c:v>274283745</c:v>
                </c:pt>
                <c:pt idx="10">
                  <c:v>306831920</c:v>
                </c:pt>
                <c:pt idx="11">
                  <c:v>320598724</c:v>
                </c:pt>
                <c:pt idx="12">
                  <c:v>283866402</c:v>
                </c:pt>
                <c:pt idx="13">
                  <c:v/>
                </c:pt>
                <c:pt idx="14">
                  <c:v>269960232</c:v>
                </c:pt>
                <c:pt idx="15">
                  <c:v>128671681</c:v>
                </c:pt>
                <c:pt idx="16">
                  <c:v>264722833</c:v>
                </c:pt>
                <c:pt idx="17">
                  <c:v>289593715</c:v>
                </c:pt>
                <c:pt idx="18">
                  <c:v>327423592</c:v>
                </c:pt>
                <c:pt idx="19">
                  <c:v>371926279</c:v>
                </c:pt>
                <c:pt idx="20">
                  <c:v>351979666</c:v>
                </c:pt>
                <c:pt idx="21">
                  <c:v>315870721</c:v>
                </c:pt>
                <c:pt idx="22">
                  <c:v>341801104</c:v>
                </c:pt>
                <c:pt idx="23">
                  <c:v>349643289</c:v>
                </c:pt>
                <c:pt idx="24">
                  <c:v>329175404</c:v>
                </c:pt>
                <c:pt idx="25">
                  <c:v>295934218</c:v>
                </c:pt>
                <c:pt idx="26">
                  <c:v>235512325</c:v>
                </c:pt>
                <c:pt idx="27">
                  <c:v>145912934</c:v>
                </c:pt>
                <c:pt idx="28">
                  <c:v>238749087</c:v>
                </c:pt>
                <c:pt idx="29">
                  <c:v/>
                </c:pt>
                <c:pt idx="30">
                  <c:v>305593480</c:v>
                </c:pt>
                <c:pt idx="31">
                  <c:v/>
                </c:pt>
                <c:pt idx="32">
                  <c:v>269934294</c:v>
                </c:pt>
                <c:pt idx="33">
                  <c:v>273993034</c:v>
                </c:pt>
                <c:pt idx="34">
                  <c:v>235210582</c:v>
                </c:pt>
                <c:pt idx="35">
                  <c:v>261238319</c:v>
                </c:pt>
                <c:pt idx="36">
                  <c:v/>
                </c:pt>
                <c:pt idx="37">
                  <c:v>268878089</c:v>
                </c:pt>
                <c:pt idx="38">
                  <c:v>155427445</c:v>
                </c:pt>
                <c:pt idx="39">
                  <c:v/>
                </c:pt>
                <c:pt idx="40">
                  <c:v>294915551</c:v>
                </c:pt>
                <c:pt idx="41">
                  <c:v>307016532</c:v>
                </c:pt>
                <c:pt idx="42">
                  <c:v>339797163</c:v>
                </c:pt>
                <c:pt idx="43">
                  <c:v>343711199</c:v>
                </c:pt>
                <c:pt idx="44">
                  <c:v>305208113</c:v>
                </c:pt>
                <c:pt idx="45">
                  <c:v>335081731</c:v>
                </c:pt>
                <c:pt idx="46">
                  <c:v>309600713</c:v>
                </c:pt>
                <c:pt idx="47">
                  <c:v>358455981</c:v>
                </c:pt>
                <c:pt idx="48">
                  <c:v>352214510</c:v>
                </c:pt>
                <c:pt idx="49">
                  <c:v>342864797</c:v>
                </c:pt>
                <c:pt idx="50">
                  <c:v>350897191</c:v>
                </c:pt>
                <c:pt idx="51">
                  <c:v/>
                </c:pt>
                <c:pt idx="52">
                  <c:v>315453110</c:v>
                </c:pt>
                <c:pt idx="53">
                  <c:v>358347547</c:v>
                </c:pt>
                <c:pt idx="54">
                  <c:v>413290517</c:v>
                </c:pt>
                <c:pt idx="55">
                  <c:v>380848941</c:v>
                </c:pt>
                <c:pt idx="56">
                  <c:v/>
                </c:pt>
                <c:pt idx="57">
                  <c:v>410613395</c:v>
                </c:pt>
                <c:pt idx="58">
                  <c:v>373579052</c:v>
                </c:pt>
                <c:pt idx="59">
                  <c:v>425444883</c:v>
                </c:pt>
                <c:pt idx="60">
                  <c:v>397726466</c:v>
                </c:pt>
                <c:pt idx="61">
                  <c:v/>
                </c:pt>
                <c:pt idx="62">
                  <c:v>254758945</c:v>
                </c:pt>
                <c:pt idx="63">
                  <c:v>199752354</c:v>
                </c:pt>
                <c:pt idx="64">
                  <c:v/>
                </c:pt>
                <c:pt idx="65">
                  <c:v>494137755</c:v>
                </c:pt>
                <c:pt idx="66">
                  <c:v>550651274</c:v>
                </c:pt>
                <c:pt idx="67">
                  <c:v>463626247</c:v>
                </c:pt>
                <c:pt idx="68">
                  <c:v>460198662</c:v>
                </c:pt>
                <c:pt idx="69">
                  <c:v>473582644</c:v>
                </c:pt>
                <c:pt idx="70">
                  <c:v>492315711</c:v>
                </c:pt>
                <c:pt idx="71">
                  <c:v/>
                </c:pt>
                <c:pt idx="72">
                  <c:v>474571642</c:v>
                </c:pt>
                <c:pt idx="73">
                  <c:v>465329471</c:v>
                </c:pt>
                <c:pt idx="74">
                  <c:v>348786965</c:v>
                </c:pt>
                <c:pt idx="75">
                  <c:v>165172133</c:v>
                </c:pt>
                <c:pt idx="76">
                  <c:v>346493765</c:v>
                </c:pt>
                <c:pt idx="77">
                  <c:v>488734289</c:v>
                </c:pt>
                <c:pt idx="78">
                  <c:v>528046921</c:v>
                </c:pt>
                <c:pt idx="79">
                  <c:v>517979806</c:v>
                </c:pt>
                <c:pt idx="80">
                  <c:v>504673850</c:v>
                </c:pt>
                <c:pt idx="81">
                  <c:v>474547560</c:v>
                </c:pt>
                <c:pt idx="82">
                  <c:v>469933462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ON FOOD · TRADE EXPLORER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khẩu Hạt điều Việt Nam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9260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Kỳ: 2026-09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tạo: 10:07:06 27/10/2026   ·   Nguồn: Tổng cục Hải quan Việt Nam (TCHQ) · customs.gov.vn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3A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tiết: Tháng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Xuất khẩu · Kỳ 2026-09  (vs 2026-08)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64.888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tháng (Tấn)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-1.5%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$469.93M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Trị giá tháng (USD)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95928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928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-1.0%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542.768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6305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Lượng (Tấn)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1704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$3.84B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61704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Trị giá (USD)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 cân thương mại (XK − NK): $84.60M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 điều hành &amp; Động lực thị trường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(kỳ 2025-09).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USD/tấn đối với NK 1.643 USD/tấn.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thị trường · Kỳ 2026-09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phần theo khu vực · Kỳ 2026-09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011680" y="914400"/>
          <a:ext cx="82296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trị giá · Tháng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khẩu theo quốc gia · Hạt điều · 2026-09 (1–17/34)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1658983"/>
                <a:gridCol w="1658983"/>
                <a:gridCol w="1658983"/>
                <a:gridCol w="1658983"/>
                <a:gridCol w="1658983"/>
                <a:gridCol w="1658983"/>
                <a:gridCol w="1658983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gia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Mặt hàng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QUỐC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$124.78M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131.463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$964.03M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HOA KỲ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114.225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$782.38M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$74.58M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 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$27.71M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$275.12M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TIỂU VƯƠNG QUỐC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$20.48M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ĐỨC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$153.63M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ÔXTRÂYLIA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$12.69M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$81.37M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CANAĐA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$11.65M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$104.43M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PAKIXTAN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ARẬP XÊÚT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$74.96M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$89.01M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THÁI 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$62.97M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TÂY BAN NHA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$8.21M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$67.61M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$46.01M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NHẬT BẢN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$65.09M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$5.37M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$51.09M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 LẠP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$25.70M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khẩu theo quốc gia · Hạt điều · 2026-09 (18–34/34)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1658983"/>
                <a:gridCol w="1658983"/>
                <a:gridCol w="1658983"/>
                <a:gridCol w="1658983"/>
                <a:gridCol w="1658983"/>
                <a:gridCol w="1658983"/>
                <a:gridCol w="1658983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gia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Mặt hàng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$14.88M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ISRAEN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$59.01M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ĐÀI LOAN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$24.52M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5.276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$28.32M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UCRAINA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LÍTVA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$35.61M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CẬP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$22.01M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ẤN ĐỘ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NIUZILÂN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$17.79M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$16.89M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$9.23M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IRẮC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$966.1K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$9.19M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HỒNG KÔNG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$953.1K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$782.9K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 PHI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$743.6K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CADẮCXTAN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$667.8K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CÔOÉT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$382.3K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$3.35M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DAN ON FOOD · Trade Explorer</dc:creator>
  <cp:lastModifiedBy>DAN ON FOOD · Trade Explorer</cp:lastModifiedBy>
  <cp:revision>1</cp:revision>
  <dcterms:created xsi:type="dcterms:W3CDTF">2026-10-27T03:07:06Z</dcterms:created>
  <dcterms:modified xsi:type="dcterms:W3CDTF">2026-10-27T03:07:06Z</dcterms:modified>
</cp:coreProperties>
</file>